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HACKERING 2.0  |  REAL-TIME VOICE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NeuroVocal AI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  <a:latin typeface="Calibri"/>
              </a:defRPr>
            </a:pPr>
            <a:r>
              <a:t>An Emergency Triage Voice System That Listens to the Physics of Your Vocal 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840480"/>
            <a:ext cx="99669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Most voice bots only listen to the words callers say. NeuroVocal AI runs two processes at once: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1. An empathetic emergency operator that talks with the patient and coordinates location.</a:t>
            </a:r>
            <a:br/>
            <a:r>
              <a:t>2. A real-time digital signal processing (DSP) engine that scans raw microphone audio for vocal fold tremors, hypoxia, and acute stroke symptoms at 25 Hz.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Built by Harish &amp; Team  |  RV College of Engineering  |  Round 1 Project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 in Real Emergency Calls: When Words Lie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Why standard AI voice assistants fail when human callers are having an acute medical crisis.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7185"/>
                </a:solidFill>
                <a:latin typeface="Calibri"/>
              </a:defRPr>
            </a:pPr>
            <a:r>
              <a:t>WHAT STANDARD VOICE BOTS DO</a:t>
            </a:r>
          </a:p>
          <a:p>
            <a:br/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• Listens only to transcribed words (Speech-to-Text).</a:t>
            </a:r>
            <a:br/>
            <a:r>
              <a:t>• When a patient says: 'I just feel a bit tired and lightheaded today',</a:t>
            </a:r>
            <a:br/>
            <a:r>
              <a:t>the bot assumes mild exhaustion.</a:t>
            </a:r>
            <a:br/>
            <a:r>
              <a:t>• Recommends resting, drinking water, or booking a routine clinic visit.</a:t>
            </a:r>
            <a:br/>
            <a:r>
              <a:t>• By the time an ambulance is called, the 4.5-hour stroke treatment window has closed.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49377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WHAT NEUROVOCAL AI HEARS</a:t>
            </a:r>
          </a:p>
          <a:p>
            <a:br/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• Inspects the raw audio physics behind their voice.</a:t>
            </a:r>
            <a:br/>
            <a:r>
              <a:t>• The caller may sound calm, but facial paralysis causes unilateral vocal tract asymmetry.</a:t>
            </a:r>
            <a:br/>
            <a:r>
              <a:t>• Formants F1 and F2 collapse into 1500 Hz (dysarthric vowel slur).</a:t>
            </a:r>
            <a:br/>
            <a:r>
              <a:t>• Jitter spikes above 2.5% due to vocal fold tremors.</a:t>
            </a:r>
            <a:br/>
            <a:r>
              <a:t>• Instantly alerts the dispatcher: 'CODE RED: SUSPECTED STROKE'.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Solution: Dual-Stream Real-Time Architecture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Two dedicated tasks running in parallel over the exact same microphone audio stream.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STREAM 1: The Conversational Operator</a:t>
            </a:r>
          </a:p>
          <a:p>
            <a:br/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• Deepgram Nova-2: Real-time speech transcription (&lt; 250ms).</a:t>
            </a:r>
            <a:br/>
            <a:r>
              <a:t>• Groq Llama 3.3 70B: Fast clinical triage logic. Keeps answers under 25 words to avoid panicking the caller.</a:t>
            </a:r>
            <a:br/>
            <a:r>
              <a:t>• Cartesia Sonic: Empathetic, human-like voice synthesis (&lt; 150ms).</a:t>
            </a:r>
            <a:br/>
            <a:r>
              <a:t>• Goal: Asks for location, confirms patient posture, keeps them calm.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493776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STREAM 2: The Acoustic Health Scanner</a:t>
            </a:r>
          </a:p>
          <a:p>
            <a:br/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• 16 kHz Circular Ring Buffer: Captures audio frames in memory.</a:t>
            </a:r>
            <a:br/>
            <a:r>
              <a:t>• 25 Hz DSP Engine: Slides a 64 ms analysis window every 40 ms.</a:t>
            </a:r>
            <a:br/>
            <a:r>
              <a:t>• Mathematical Extraction: Calculates F0 pitch, jitter, HNR, and LPC formants without LLM overhead.</a:t>
            </a:r>
            <a:br/>
            <a:r>
              <a:t>• WebSocket Broadcast: Sends live JSON telemetry to dispatcher HUD.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669280"/>
            <a:ext cx="1033272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Key Engineering Principle: The DSP scanner runs asynchronously. The conversational bot never stutters, and the medical telemetry never lags.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Audio Physics: What We Listen For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Four clinical biomarkers extracted in real time from live speech signals.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1. Fundamental Pitch (F0)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Tracks vocal cord frequency</a:t>
            </a:r>
            <a:br/>
            <a:r>
              <a:t>Normal: 85 - 255 Hz</a:t>
            </a:r>
            <a:br/>
            <a:r>
              <a:t>Clinical insight: Rapid tremor indicates acute shock or autonomic panic.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7185"/>
                </a:solidFill>
                <a:latin typeface="Calibri"/>
              </a:defRPr>
            </a:pPr>
            <a:r>
              <a:t>2. Jitter (Perturbation)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Cycle-to-cycle frequency variation</a:t>
            </a:r>
            <a:br/>
            <a:r>
              <a:t>Normal: &lt; 1.04% | Alert: &gt; 2.50%</a:t>
            </a:r>
            <a:br/>
            <a:r>
              <a:t>Clinical insight: Vocal fold weakness from unilateral facial stroke causes jitter to spike.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  <a:latin typeface="Calibri"/>
              </a:defRPr>
            </a:pPr>
            <a:r>
              <a:t>3. Harmonics-to-Noise (HNR)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Voice purity vs. turbulent air</a:t>
            </a:r>
            <a:br/>
            <a:r>
              <a:t>Normal: &gt; 18 dB | Critical: &lt; 12 dB</a:t>
            </a:r>
            <a:br/>
            <a:r>
              <a:t>Clinical insight: When lungs lack oxygen (hypoxia), turbulent breath noise takes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029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4. Formants (F1, F2)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Vocal tract resonant shapes</a:t>
            </a:r>
            <a:br/>
            <a:r>
              <a:t>Healthy vowels disperse widely</a:t>
            </a:r>
            <a:br/>
            <a:r>
              <a:t>Clinical insight: Dysarthria (slurring) collapses tongue movement: F2 centralizes to 1500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 Scenario: Catching an Acute Stroke Live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How NeuroVocal AI turns a misclassified routine call into a life-saving dispatch.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Step 1: The Caller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An elderly caller rings helpline 112: 'Hello... I feel a bit lightheaded, and my right hand feels heavy.'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103327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  <a:latin typeface="Calibri"/>
              </a:defRPr>
            </a:pPr>
            <a:r>
              <a:t>Step 2: Stream 1 Keeps Them Calm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The conversational bot replies gently: 'I hear you. Please stay seated right where you are. What is your address?'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103327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Step 3: Stream 2 Detects Vocal Collapse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The DSP scanner notes the caller's vowel space symmetry dropped 35% and F2 collapsed to 1490 Hz with 15% jitter.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12080"/>
            <a:ext cx="103327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7185"/>
                </a:solidFill>
                <a:latin typeface="Calibri"/>
              </a:defRPr>
            </a:pPr>
            <a:r>
              <a:t>Step 4: Dispatcher Emergency Alert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The hospital dashboard flashes: 'CODE RED: ACUTE STROKE BIOMARKER DETECTED' with immediate GPS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Engineering Deep-Dive: 25 Hz Real-Time Telemetry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Actual benchmark numbers tested on our laptop hardware with test_client.py.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8BDF8"/>
                </a:solidFill>
                <a:latin typeface="Calibri"/>
              </a:defRPr>
            </a:pPr>
            <a:r>
              <a:t>25.17 Hz</a:t>
            </a:r>
          </a:p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Measured Delivery Rate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Target: 25.0 Hz (every 40 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8BDF8"/>
                </a:solidFill>
                <a:latin typeface="Calibri"/>
              </a:defRPr>
            </a:pPr>
            <a:r>
              <a:t>40.00 ms</a:t>
            </a:r>
          </a:p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Average Packet Interval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Standard deviation: 0.54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8BDF8"/>
                </a:solidFill>
                <a:latin typeface="Calibri"/>
              </a:defRPr>
            </a:pPr>
            <a:r>
              <a:t>0.62 ms</a:t>
            </a:r>
          </a:p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Total Clock Drift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Zero latency accumulation over 4.0s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1033272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  <a:latin typeface="Calibri"/>
              </a:defRPr>
            </a:pPr>
            <a:r>
              <a:t>HOW WE PREVENTED AUDIO LATENCY PILEUP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1. Circular Ring Buffer: A 16 kHz fixed audio buffer holds the most recent 0.5 seconds of audio. New microphone samples overwrite the oldest samples in O(1) time.</a:t>
            </a:r>
            <a:br/>
            <a:r>
              <a:t>2. Non-blocking WebSocket Dispatch: In server.py, we broadcast to clients with a 35ms timeout. If a client device temporarily slows down, stale packets are dropped rather than buffered.</a:t>
            </a:r>
            <a:br/>
            <a:r>
              <a:t>3. Hardware-Independent: Works with built-in laptop microphones, smartphone mics, or standard phone lines without needing medical sensors.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to Test Our Project Live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Everything is ready to run locally right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RUNNING THE SYSTEM (3 SIMPLE STEPS)</a:t>
            </a:r>
          </a:p>
          <a:p>
            <a:br/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1. Launch the Backend Server:</a:t>
            </a:r>
            <a:br/>
            <a:r>
              <a:t>   &gt; python server.py</a:t>
            </a:r>
            <a:br/>
            <a:r>
              <a:t>   Starts the FastAPI WebSocket server on http://localhost:8000 and taps the laptop microphone.</a:t>
            </a:r>
            <a:br/>
            <a:br/>
            <a:r>
              <a:t>2. Open the Dispatcher HUD in Browser:</a:t>
            </a:r>
            <a:br/>
            <a:r>
              <a:t>   &gt; Visit http://localhost:8000/client</a:t>
            </a:r>
            <a:br/>
            <a:r>
              <a:t>   Watch live F0, Jitter, HNR, and Formants stream at 25 Hz.</a:t>
            </a:r>
            <a:br/>
            <a:r>
              <a:t>   Click 'Stroke / Dysarthria' to watch the CSI score jump to 0.80 and trigger the CODE RED emergency alert.</a:t>
            </a:r>
            <a:br/>
            <a:br/>
            <a:r>
              <a:t>3. Run the Automated Latency Benchmark:</a:t>
            </a:r>
            <a:br/>
            <a:r>
              <a:t>   &gt; python test_client.py</a:t>
            </a:r>
            <a:br/>
            <a:r>
              <a:t>   Measures 100 consecutive frames to verify 25 Hz streaming and 0 ms latency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